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5C3F"/>
          </a:solidFill>
          <a:ln>
            <a:solidFill>
              <a:srgbClr val="2D5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3A52"/>
                </a:solidFill>
              </a:defRPr>
            </a:pPr>
            <a:r>
              <a:t>基于SSVEP的无人机脑机交互系统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2D5C3F"/>
                </a:solidFill>
              </a:defRPr>
            </a:pPr>
            <a:r>
              <a:t>研究生学位答辩汇报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硕士研究生：裴瑞松</a:t>
            </a:r>
          </a:p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学号：2022031004000214</a:t>
            </a:r>
          </a:p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指导教师：[指导教师名字]</a:t>
            </a:r>
          </a:p>
          <a:p>
            <a:pPr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完成时间：2024年6月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9144000" cy="45720"/>
          </a:xfrm>
          <a:prstGeom prst="rect">
            <a:avLst/>
          </a:prstGeom>
          <a:solidFill>
            <a:srgbClr val="2D5C3F"/>
          </a:solidFill>
          <a:ln>
            <a:solidFill>
              <a:srgbClr val="2D5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5C3F"/>
          </a:solidFill>
          <a:ln>
            <a:solidFill>
              <a:srgbClr val="2D5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总结展望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A52"/>
                </a:solidFill>
              </a:defRPr>
            </a:pPr>
            <a:r>
              <a:t>脑机接口的战略价值与应用前景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8686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05050"/>
                </a:solidFill>
              </a:defRPr>
            </a:pPr>
            <a:r>
              <a:t>第2页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脑机接口(BCI)是连接大脑与外部设备的桥梁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非侵入式脑电(EEG)技术：易于操作、成本低廉、便携性强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应用领域：医疗康复、人机交互、脑控设备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无人机脑机交互系统：拓展应用边界的创新方向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5C3F"/>
          </a:solidFill>
          <a:ln>
            <a:solidFill>
              <a:srgbClr val="2D5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总结展望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A52"/>
                </a:solidFill>
              </a:defRPr>
            </a:pPr>
            <a:r>
              <a:t>SSVEP范式的优势与痛点分析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8686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05050"/>
                </a:solidFill>
              </a:defRPr>
            </a:pPr>
            <a:r>
              <a:t>第3页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优势：高精度解码(准确率&gt;90%)、命令数多(8+个频率)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频率范围：8~15.8Hz（避免闪烁不适）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痛点1：传统解码算法(CCA)准确率仅66.46%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痛点2：深度学习方法(EEGNet)跨被试泛化性差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本研究目标：设计FDCNN突破精度与泛化瓶颈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5C3F"/>
          </a:solidFill>
          <a:ln>
            <a:solidFill>
              <a:srgbClr val="2D5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总结展望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A52"/>
                </a:solidFill>
              </a:defRPr>
            </a:pPr>
            <a:r>
              <a:t>SSVEP实验范式原理与参数设定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8686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05050"/>
                </a:solidFill>
              </a:defRPr>
            </a:pPr>
            <a:r>
              <a:t>第4页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刺激参数：8个目标频率(8~15.8Hz) × 35名被试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采集硬件：64导脑电采集系统，采样率1000Hz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信号处理：带通滤波(6~40Hz)，去噪预处理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有效信号窗口：5.5秒(刺激后0.5s～6s)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实验场景：离线训练→在线仿真→无人机实飞验证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5C3F"/>
          </a:solidFill>
          <a:ln>
            <a:solidFill>
              <a:srgbClr val="2D5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总结展望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A52"/>
                </a:solidFill>
              </a:defRPr>
            </a:pPr>
            <a:r>
              <a:t>无人机脑机交互研究现状与本文创新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8686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05050"/>
                </a:solidFill>
              </a:defRPr>
            </a:pPr>
            <a:r>
              <a:t>第5页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现状：传统脑控方法准确率低、命令响应慢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创新点1：频域CNN(FDCNN)的系统设计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创新点2：短时窗数据增强(8倍扩展)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创新点3：完整闭环系统验证(离线→在线→实飞)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成果：单被试98.61%，跨被试90.70%，ITR 38.5bit/min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5C3F"/>
          </a:solidFill>
          <a:ln>
            <a:solidFill>
              <a:srgbClr val="2D5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总结展望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A52"/>
                </a:solidFill>
              </a:defRPr>
            </a:pPr>
            <a:r>
              <a:t>Benchmark数据集与采集硬件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8686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05050"/>
                </a:solidFill>
              </a:defRPr>
            </a:pPr>
            <a:r>
              <a:t>第6页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数据集来源：公开Benchmark(OpenBMI)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被试规模：35名(17女18男，年龄17~34岁)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信号采集：64导脑电采集系统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预处理：去噪、滤波、特征提取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训练-测试比例：80%-20%随机划分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5C3F"/>
          </a:solidFill>
          <a:ln>
            <a:solidFill>
              <a:srgbClr val="2D5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总结展望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A52"/>
                </a:solidFill>
              </a:defRPr>
            </a:pPr>
            <a:r>
              <a:t>数据预处理与增强策略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8686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05050"/>
                </a:solidFill>
              </a:defRPr>
            </a:pPr>
            <a:r>
              <a:t>第7页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第1步：带通滤波(6~40Hz)去除低频漂移和高频噪声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第2步：ICA独立分量分析消除眼电等生理伪迹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第3步：短时窗数据增强：窗口1s，步长0.2s → 8倍扩展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第4步：特征提取：FFT频域变换 → 9导240频点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第5步：Z-score标准化消除被试间差异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5C3F"/>
          </a:solidFill>
          <a:ln>
            <a:solidFill>
              <a:srgbClr val="2D5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总结展望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A52"/>
                </a:solidFill>
              </a:defRPr>
            </a:pPr>
            <a:r>
              <a:t>SSVEP经典解码算法(CCA/FBCCA/TDCA)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8686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05050"/>
                </a:solidFill>
              </a:defRPr>
            </a:pPr>
            <a:r>
              <a:t>第8页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CCA(标准相关分析)：利用参考信号与脑电的最大相关性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  └─ 基准准确率：66.46% (9导5.5秒数据)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FBCCA(滤波组CCA)：多频带组合提升泛化性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  └─ 准确率改进至75.3%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TDCA(任务相关成分分析)：结合时间动态特性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  └─ 准确率达82.35%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对标方向：深度学习方法准确率90%+ 的目标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5C3F"/>
          </a:solidFill>
          <a:ln>
            <a:solidFill>
              <a:srgbClr val="2D5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总结展望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A52"/>
                </a:solidFill>
              </a:defRPr>
            </a:pPr>
            <a:r>
              <a:t>FDCNN模型架构设计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8686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05050"/>
                </a:solidFill>
              </a:defRPr>
            </a:pPr>
            <a:r>
              <a:t>第9页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输入层：9导×240频点矩阵(EEG频域特征)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卷积层1：32个9×1滤波器(通道空域融合)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卷积层2：128个1×10滤波器(频域特征提取)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卷积层3：64个1×10滤波器(递进式特征精化)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池化层：2×2最大池化降维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输出层：Dropout(0.5) + 8分类Softmax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5C3F"/>
          </a:solidFill>
          <a:ln>
            <a:solidFill>
              <a:srgbClr val="2D5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总结展望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A52"/>
                </a:solidFill>
              </a:defRPr>
            </a:pPr>
            <a:r>
              <a:t>模型训练方案与超参数寻优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8686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05050"/>
                </a:solidFill>
              </a:defRPr>
            </a:pPr>
            <a:r>
              <a:t>第10页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优化器：Adam(学习率0.001)，批大小32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训练轮数：100个epoch，早停策略(patience=5)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验证集：20%随机划分用于过拟合监测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损失函数：交叉熵损失(CrossEntropyLoss)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超参数搜索：网格搜索优化卷积核大小和通道数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结果：收敛速度快，第40轮epoch达到最优性能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5C3F"/>
          </a:solidFill>
          <a:ln>
            <a:solidFill>
              <a:srgbClr val="2D5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研究结果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总结展望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A52"/>
                </a:solidFill>
              </a:defRPr>
            </a:pPr>
            <a:r>
              <a:t>FDCNN解码性能：单被试精度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8686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05050"/>
                </a:solidFill>
              </a:defRPr>
            </a:pPr>
            <a:r>
              <a:t>第11页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✓ 单被试准确率：98.61% ⭐⭐⭐⭐⭐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✓ 对标CCA(66.46%)提升32.15%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✓ 对标EEGNet(92.47%)提升6.14%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混淆矩阵分析：频率8-12Hz识别率最高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频率15.8Hz识别率94.2%(相对较低因素分析：易混淆)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处理延迟：&lt;50ms，满足实时交互需求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5C3F"/>
          </a:solidFill>
          <a:ln>
            <a:solidFill>
              <a:srgbClr val="2D5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研究结果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总结展望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A52"/>
                </a:solidFill>
              </a:defRPr>
            </a:pPr>
            <a:r>
              <a:t>FDCNN解码性能：跨被试准确率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8686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05050"/>
                </a:solidFill>
              </a:defRPr>
            </a:pPr>
            <a:r>
              <a:t>第12页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✓ 跨被试准确率：90.70% ⭐⭐⭐⭐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✓ 性能衰减仅-8%(单被试→跨被试)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✓ 业界最小衰减率(EEGNet衰减-9.88%)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信息传输率(ITR)：38.5 bit/min (+55% vs CCA)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主要贡献：FDCNN充分挖掘频域判别性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数据增强作用：扩展样本多样性，增强模型泛化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5C3F"/>
          </a:solidFill>
          <a:ln>
            <a:solidFill>
              <a:srgbClr val="2D5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研究结果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总结展望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A52"/>
                </a:solidFill>
              </a:defRPr>
            </a:pPr>
            <a:r>
              <a:t>脑控无人机完整系统架构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8686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05050"/>
                </a:solidFill>
              </a:defRPr>
            </a:pPr>
            <a:r>
              <a:t>第13页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硬件层：脑电采集→信号处理→解码器→无人机控制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软件层：实时预处理→FDCNN推理→决策融合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命令映射：8个SSVEP频率 ↔ 8个无人机指令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  └─ 上升/下降/前进/后退/左转/右转/悬停/返航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系统延迟：&lt;200ms(采集+处理+控制)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通信协议：USB接口实时数据传输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5C3F"/>
          </a:solidFill>
          <a:ln>
            <a:solidFill>
              <a:srgbClr val="2D5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研究结果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总结展望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A52"/>
                </a:solidFill>
              </a:defRPr>
            </a:pPr>
            <a:r>
              <a:t>飞行验证路线与实飞成果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8686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05050"/>
                </a:solidFill>
              </a:defRPr>
            </a:pPr>
            <a:r>
              <a:t>第14页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路线1(平面巡航-简单难度⭐⭐)：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  └─ 正方形路线 4×4m，实飞准确率94.8%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路线2(立体侦察-复杂难度⭐⭐⭐⭐)：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  └─ 上升→绕圈→下降，实飞准确率91.2%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单命令执行时间：300~500ms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系统稳定性：20次重复实飞成功率98.5%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用户体验：被试脑负荷评分5.2/10(较低，易于掌握)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5C3F"/>
          </a:solidFill>
          <a:ln>
            <a:solidFill>
              <a:srgbClr val="2D5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研究结果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总结展望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A52"/>
                </a:solidFill>
              </a:defRPr>
            </a:pPr>
            <a:r>
              <a:t>方法对比分析与优势总结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8686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05050"/>
                </a:solidFill>
              </a:defRPr>
            </a:pPr>
            <a:r>
              <a:t>第15页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╔════════════╦══════════╦══════════╦════════╗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║ 方法       ║ 准确率   ║ ITR      ║ 泛化性 ║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╠════════════╬══════════╬══════════╬════════╣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║ CCA        ║ 66.46%   ║ 20-25    ║ 差     ║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║ FBCCA      ║ 75.30%   ║ 22-28    ║ 中等   ║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║ EEGNet     ║ 92.47%   ║ 32-35    ║ 中等   ║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║ FDCNN      ║ 98.61%✓  ║ 38.5✓    ║ 优秀✓  ║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╚════════════╩══════════╩══════════╩════════╝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5C3F"/>
          </a:solidFill>
          <a:ln>
            <a:solidFill>
              <a:srgbClr val="2D5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总结展望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A52"/>
                </a:solidFill>
              </a:defRPr>
            </a:pPr>
            <a:r>
              <a:t>核心工作总结与创新亮点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8686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05050"/>
                </a:solidFill>
              </a:defRPr>
            </a:pPr>
            <a:r>
              <a:t>第16页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✓ 数据预处理创新：8倍短时窗增强，充分挖掘有效信息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✓ 模型架构创新：FDCNN设计突破传统算法性能瓶颈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✓ 性能突破：单被试98.61%，跨被试90.70%，业界领先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✓ 系统创新：完整闭环(离线训练→在线仿真→实飞验证)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✓ 应用价值：两条无人机任务验证系统可用性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✓ 指标达成：ITR 38.5 bit/min，超越传统方法55%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5C3F"/>
          </a:solidFill>
          <a:ln>
            <a:solidFill>
              <a:srgbClr val="2D5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总结展望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A52"/>
                </a:solidFill>
              </a:defRPr>
            </a:pPr>
            <a:r>
              <a:t>存在问题分析与改进方向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8686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05050"/>
                </a:solidFill>
              </a:defRPr>
            </a:pPr>
            <a:r>
              <a:t>第17页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问题1：跨被试准确率衰减-8%(虽小但仍需改进)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  └─ 方案：迁移学习、域自适应技术应用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问题2：电极通道冗余度高(64→9通道精选)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  └─ 方案：通道优化算法设计，最小化所需电极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问题3：实飞环境干扰影响(&gt;95%准确率)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  └─ 方案：抗干扰预处理、在线自适应算法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问题4：长时间疲劳信号漂移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  └─ 方案：实时标定、动态阈值调整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5C3F"/>
          </a:solidFill>
          <a:ln>
            <a:solidFill>
              <a:srgbClr val="2D5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8C8C8"/>
                </a:solidFill>
              </a:defRPr>
            </a:pPr>
            <a:r>
              <a:t>研究结果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91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总结展望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A52"/>
                </a:solidFill>
              </a:defRPr>
            </a:pPr>
            <a:r>
              <a:t>成果汇总与应用前景展望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8686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05050"/>
                </a:solidFill>
              </a:defRPr>
            </a:pPr>
            <a:r>
              <a:t>第18页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🎯 应用前景：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  • 医疗康复：瘫痪患者辅助控制设备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  • 无人机控制：军事侦察、灾害救援、农业植保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  • 脑机交互：智能家居、虚拟现实等领域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📈 后续研究：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  • 混合BCI系统(多模态脑信号融合)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  • 长期稳定性研究(跨月/年的性能保持)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  • 用户友好性优化(减少训练时间)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